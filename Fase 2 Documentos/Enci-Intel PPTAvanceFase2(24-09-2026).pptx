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eg_auto=compress&amp;cs=tinysrgb&amp;dpr=2&amp;h=650&amp;w=940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12192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</p:embeddedFont>
    <p:embeddedFont>
      <p:font typeface="Roboto Bold" panose="02000000000000000000" charset="0"/>
      <p:regular r:id="rId20"/>
    </p:embeddedFont>
    <p:embeddedFont>
      <p:font typeface="Roboto Slab" pitchFamily="2" charset="0"/>
      <p:regular r:id="rId21"/>
      <p:bold r:id="rId22"/>
    </p:embeddedFont>
    <p:embeddedFont>
      <p:font typeface="Roboto Slab Medium" pitchFamily="2" charset="0"/>
      <p:regular r:id="rId23"/>
    </p:embeddedFont>
    <p:embeddedFont>
      <p:font typeface="Rockwell" panose="02060603020205020403" pitchFamily="18" charset="0"/>
      <p:regular r:id="rId24"/>
      <p:bold r:id="rId25"/>
      <p:italic r:id="rId26"/>
      <p:boldItalic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73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C990A0-AB01-492D-8F53-AB284C282AE3}" v="60" dt="2026-09-22T19:14:24.08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612" y="-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 Pumarino" userId="726d8df3-d59e-4542-b051-b3e4df386949" providerId="ADAL" clId="{3374A53B-D9C2-4818-BD03-DCF003B68F24}"/>
    <pc:docChg chg="undo custSel addSld delSld modSld modMainMaster">
      <pc:chgData name="Benjamin Pumarino" userId="726d8df3-d59e-4542-b051-b3e4df386949" providerId="ADAL" clId="{3374A53B-D9C2-4818-BD03-DCF003B68F24}" dt="2026-09-22T19:15:23.152" v="1123" actId="790"/>
      <pc:docMkLst>
        <pc:docMk/>
      </pc:docMkLst>
      <pc:sldChg chg="addSp modSp add mod modTransition">
        <pc:chgData name="Benjamin Pumarino" userId="726d8df3-d59e-4542-b051-b3e4df386949" providerId="ADAL" clId="{3374A53B-D9C2-4818-BD03-DCF003B68F24}" dt="2026-09-22T18:55:37.485" v="1023"/>
        <pc:sldMkLst>
          <pc:docMk/>
          <pc:sldMk cId="0" sldId="256"/>
        </pc:sldMkLst>
        <pc:spChg chg="mod">
          <ac:chgData name="Benjamin Pumarino" userId="726d8df3-d59e-4542-b051-b3e4df386949" providerId="ADAL" clId="{3374A53B-D9C2-4818-BD03-DCF003B68F24}" dt="2026-09-22T18:51:04.315" v="958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Benjamin Pumarino" userId="726d8df3-d59e-4542-b051-b3e4df386949" providerId="ADAL" clId="{3374A53B-D9C2-4818-BD03-DCF003B68F24}" dt="2026-09-22T18:54:27.042" v="1019" actId="207"/>
          <ac:spMkLst>
            <pc:docMk/>
            <pc:sldMk cId="0" sldId="256"/>
            <ac:spMk id="4" creationId="{00000000-0000-0000-0000-000000000000}"/>
          </ac:spMkLst>
        </pc:spChg>
        <pc:picChg chg="add mod">
          <ac:chgData name="Benjamin Pumarino" userId="726d8df3-d59e-4542-b051-b3e4df386949" providerId="ADAL" clId="{3374A53B-D9C2-4818-BD03-DCF003B68F24}" dt="2026-09-22T18:54:54.016" v="1021" actId="1076"/>
          <ac:picMkLst>
            <pc:docMk/>
            <pc:sldMk cId="0" sldId="256"/>
            <ac:picMk id="8" creationId="{20A3C456-3BE6-A06E-BDC2-AA82E132CD62}"/>
          </ac:picMkLst>
        </pc:picChg>
      </pc:sldChg>
      <pc:sldChg chg="addSp delSp modSp mod modTransition">
        <pc:chgData name="Benjamin Pumarino" userId="726d8df3-d59e-4542-b051-b3e4df386949" providerId="ADAL" clId="{3374A53B-D9C2-4818-BD03-DCF003B68F24}" dt="2026-09-22T17:37:35.141" v="45" actId="14100"/>
        <pc:sldMkLst>
          <pc:docMk/>
          <pc:sldMk cId="0" sldId="257"/>
        </pc:sldMkLst>
        <pc:picChg chg="del">
          <ac:chgData name="Benjamin Pumarino" userId="726d8df3-d59e-4542-b051-b3e4df386949" providerId="ADAL" clId="{3374A53B-D9C2-4818-BD03-DCF003B68F24}" dt="2026-09-22T17:37:27.819" v="43" actId="21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Benjamin Pumarino" userId="726d8df3-d59e-4542-b051-b3e4df386949" providerId="ADAL" clId="{3374A53B-D9C2-4818-BD03-DCF003B68F24}" dt="2026-09-22T17:37:35.141" v="45" actId="14100"/>
          <ac:picMkLst>
            <pc:docMk/>
            <pc:sldMk cId="0" sldId="257"/>
            <ac:picMk id="16" creationId="{37D9F3DE-598A-192D-FF6B-F67C28C16BAB}"/>
          </ac:picMkLst>
        </pc:picChg>
      </pc:sldChg>
      <pc:sldChg chg="modSp mod modTransition">
        <pc:chgData name="Benjamin Pumarino" userId="726d8df3-d59e-4542-b051-b3e4df386949" providerId="ADAL" clId="{3374A53B-D9C2-4818-BD03-DCF003B68F24}" dt="2026-09-22T18:17:13.110" v="906" actId="120"/>
        <pc:sldMkLst>
          <pc:docMk/>
          <pc:sldMk cId="0" sldId="258"/>
        </pc:sldMkLst>
        <pc:graphicFrameChg chg="modGraphic">
          <ac:chgData name="Benjamin Pumarino" userId="726d8df3-d59e-4542-b051-b3e4df386949" providerId="ADAL" clId="{3374A53B-D9C2-4818-BD03-DCF003B68F24}" dt="2026-09-22T18:17:13.110" v="906" actId="120"/>
          <ac:graphicFrameMkLst>
            <pc:docMk/>
            <pc:sldMk cId="0" sldId="258"/>
            <ac:graphicFrameMk id="4" creationId="{00000000-0000-0000-0000-000000000000}"/>
          </ac:graphicFrameMkLst>
        </pc:graphicFrameChg>
        <pc:picChg chg="mod">
          <ac:chgData name="Benjamin Pumarino" userId="726d8df3-d59e-4542-b051-b3e4df386949" providerId="ADAL" clId="{3374A53B-D9C2-4818-BD03-DCF003B68F24}" dt="2026-09-22T18:16:48.751" v="903" actId="1076"/>
          <ac:picMkLst>
            <pc:docMk/>
            <pc:sldMk cId="0" sldId="258"/>
            <ac:picMk id="8" creationId="{3ED06583-E679-A186-7518-32D24B28A62F}"/>
          </ac:picMkLst>
        </pc:picChg>
        <pc:picChg chg="mod">
          <ac:chgData name="Benjamin Pumarino" userId="726d8df3-d59e-4542-b051-b3e4df386949" providerId="ADAL" clId="{3374A53B-D9C2-4818-BD03-DCF003B68F24}" dt="2026-09-22T18:16:53.409" v="904" actId="1076"/>
          <ac:picMkLst>
            <pc:docMk/>
            <pc:sldMk cId="0" sldId="258"/>
            <ac:picMk id="10" creationId="{114BA27B-11D8-5135-D12C-7E0F6692E67E}"/>
          </ac:picMkLst>
        </pc:picChg>
        <pc:picChg chg="mod">
          <ac:chgData name="Benjamin Pumarino" userId="726d8df3-d59e-4542-b051-b3e4df386949" providerId="ADAL" clId="{3374A53B-D9C2-4818-BD03-DCF003B68F24}" dt="2026-09-22T18:16:59.802" v="905" actId="1076"/>
          <ac:picMkLst>
            <pc:docMk/>
            <pc:sldMk cId="0" sldId="258"/>
            <ac:picMk id="12" creationId="{249CCBA9-555A-8BAA-796F-6D572F209EC3}"/>
          </ac:picMkLst>
        </pc:picChg>
      </pc:sldChg>
      <pc:sldChg chg="addSp delSp modSp mod modTransition">
        <pc:chgData name="Benjamin Pumarino" userId="726d8df3-d59e-4542-b051-b3e4df386949" providerId="ADAL" clId="{3374A53B-D9C2-4818-BD03-DCF003B68F24}" dt="2026-09-22T17:39:42.728" v="60" actId="14100"/>
        <pc:sldMkLst>
          <pc:docMk/>
          <pc:sldMk cId="0" sldId="259"/>
        </pc:sldMkLst>
        <pc:picChg chg="del">
          <ac:chgData name="Benjamin Pumarino" userId="726d8df3-d59e-4542-b051-b3e4df386949" providerId="ADAL" clId="{3374A53B-D9C2-4818-BD03-DCF003B68F24}" dt="2026-09-22T17:38:21.289" v="51" actId="21"/>
          <ac:picMkLst>
            <pc:docMk/>
            <pc:sldMk cId="0" sldId="259"/>
            <ac:picMk id="2" creationId="{00000000-0000-0000-0000-000000000000}"/>
          </ac:picMkLst>
        </pc:picChg>
        <pc:picChg chg="add mod">
          <ac:chgData name="Benjamin Pumarino" userId="726d8df3-d59e-4542-b051-b3e4df386949" providerId="ADAL" clId="{3374A53B-D9C2-4818-BD03-DCF003B68F24}" dt="2026-09-22T17:39:42.728" v="60" actId="14100"/>
          <ac:picMkLst>
            <pc:docMk/>
            <pc:sldMk cId="0" sldId="259"/>
            <ac:picMk id="16" creationId="{A0351910-A0B4-C054-FDD5-1EDF4D71694F}"/>
          </ac:picMkLst>
        </pc:picChg>
      </pc:sldChg>
      <pc:sldChg chg="modSp mod modTransition">
        <pc:chgData name="Benjamin Pumarino" userId="726d8df3-d59e-4542-b051-b3e4df386949" providerId="ADAL" clId="{3374A53B-D9C2-4818-BD03-DCF003B68F24}" dt="2026-09-22T18:17:53.987" v="908" actId="207"/>
        <pc:sldMkLst>
          <pc:docMk/>
          <pc:sldMk cId="0" sldId="260"/>
        </pc:sldMkLst>
        <pc:graphicFrameChg chg="modGraphic">
          <ac:chgData name="Benjamin Pumarino" userId="726d8df3-d59e-4542-b051-b3e4df386949" providerId="ADAL" clId="{3374A53B-D9C2-4818-BD03-DCF003B68F24}" dt="2026-09-22T18:17:53.987" v="908" actId="207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addSp delSp modSp mod modTransition">
        <pc:chgData name="Benjamin Pumarino" userId="726d8df3-d59e-4542-b051-b3e4df386949" providerId="ADAL" clId="{3374A53B-D9C2-4818-BD03-DCF003B68F24}" dt="2026-09-22T18:15:13.709" v="897" actId="1076"/>
        <pc:sldMkLst>
          <pc:docMk/>
          <pc:sldMk cId="0" sldId="261"/>
        </pc:sldMkLst>
        <pc:picChg chg="del">
          <ac:chgData name="Benjamin Pumarino" userId="726d8df3-d59e-4542-b051-b3e4df386949" providerId="ADAL" clId="{3374A53B-D9C2-4818-BD03-DCF003B68F24}" dt="2026-09-22T18:14:11.228" v="887" actId="21"/>
          <ac:picMkLst>
            <pc:docMk/>
            <pc:sldMk cId="0" sldId="261"/>
            <ac:picMk id="4" creationId="{00000000-0000-0000-0000-000000000000}"/>
          </ac:picMkLst>
        </pc:picChg>
        <pc:picChg chg="add mod">
          <ac:chgData name="Benjamin Pumarino" userId="726d8df3-d59e-4542-b051-b3e4df386949" providerId="ADAL" clId="{3374A53B-D9C2-4818-BD03-DCF003B68F24}" dt="2026-09-22T18:14:50.434" v="892" actId="208"/>
          <ac:picMkLst>
            <pc:docMk/>
            <pc:sldMk cId="0" sldId="261"/>
            <ac:picMk id="11" creationId="{B66980AE-FA34-D834-6A43-6CFAE29659AF}"/>
          </ac:picMkLst>
        </pc:picChg>
        <pc:picChg chg="mod">
          <ac:chgData name="Benjamin Pumarino" userId="726d8df3-d59e-4542-b051-b3e4df386949" providerId="ADAL" clId="{3374A53B-D9C2-4818-BD03-DCF003B68F24}" dt="2026-09-22T18:15:13.709" v="897" actId="1076"/>
          <ac:picMkLst>
            <pc:docMk/>
            <pc:sldMk cId="0" sldId="261"/>
            <ac:picMk id="12" creationId="{D4437DEA-DB1C-8A65-475B-5E7F2D424118}"/>
          </ac:picMkLst>
        </pc:picChg>
      </pc:sldChg>
      <pc:sldChg chg="addSp modSp mod modTransition">
        <pc:chgData name="Benjamin Pumarino" userId="726d8df3-d59e-4542-b051-b3e4df386949" providerId="ADAL" clId="{3374A53B-D9C2-4818-BD03-DCF003B68F24}" dt="2026-09-22T18:21:29.897" v="929" actId="1076"/>
        <pc:sldMkLst>
          <pc:docMk/>
          <pc:sldMk cId="0" sldId="262"/>
        </pc:sldMkLst>
        <pc:spChg chg="mod">
          <ac:chgData name="Benjamin Pumarino" userId="726d8df3-d59e-4542-b051-b3e4df386949" providerId="ADAL" clId="{3374A53B-D9C2-4818-BD03-DCF003B68F24}" dt="2026-09-22T18:07:11.769" v="167" actId="14100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Benjamin Pumarino" userId="726d8df3-d59e-4542-b051-b3e4df386949" providerId="ADAL" clId="{3374A53B-D9C2-4818-BD03-DCF003B68F24}" dt="2026-09-22T18:21:29.897" v="929" actId="1076"/>
          <ac:spMkLst>
            <pc:docMk/>
            <pc:sldMk cId="0" sldId="262"/>
            <ac:spMk id="9" creationId="{E748514F-E944-0DB3-35B4-46DA8EF1B20D}"/>
          </ac:spMkLst>
        </pc:spChg>
      </pc:sldChg>
      <pc:sldChg chg="modSp mod modTransition">
        <pc:chgData name="Benjamin Pumarino" userId="726d8df3-d59e-4542-b051-b3e4df386949" providerId="ADAL" clId="{3374A53B-D9C2-4818-BD03-DCF003B68F24}" dt="2026-09-22T18:04:55.260" v="159" actId="113"/>
        <pc:sldMkLst>
          <pc:docMk/>
          <pc:sldMk cId="0" sldId="263"/>
        </pc:sldMkLst>
        <pc:graphicFrameChg chg="modGraphic">
          <ac:chgData name="Benjamin Pumarino" userId="726d8df3-d59e-4542-b051-b3e4df386949" providerId="ADAL" clId="{3374A53B-D9C2-4818-BD03-DCF003B68F24}" dt="2026-09-22T18:04:55.260" v="159" actId="113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 modTransition">
        <pc:chgData name="Benjamin Pumarino" userId="726d8df3-d59e-4542-b051-b3e4df386949" providerId="ADAL" clId="{3374A53B-D9C2-4818-BD03-DCF003B68F24}" dt="2026-09-22T19:15:23.152" v="1123" actId="790"/>
        <pc:sldMkLst>
          <pc:docMk/>
          <pc:sldMk cId="0" sldId="264"/>
        </pc:sldMkLst>
        <pc:spChg chg="mod">
          <ac:chgData name="Benjamin Pumarino" userId="726d8df3-d59e-4542-b051-b3e4df386949" providerId="ADAL" clId="{3374A53B-D9C2-4818-BD03-DCF003B68F24}" dt="2026-09-22T18:02:02.880" v="152" actId="122"/>
          <ac:spMkLst>
            <pc:docMk/>
            <pc:sldMk cId="0" sldId="264"/>
            <ac:spMk id="3" creationId="{00000000-0000-0000-0000-000000000000}"/>
          </ac:spMkLst>
        </pc:spChg>
        <pc:spChg chg="mod">
          <ac:chgData name="Benjamin Pumarino" userId="726d8df3-d59e-4542-b051-b3e4df386949" providerId="ADAL" clId="{3374A53B-D9C2-4818-BD03-DCF003B68F24}" dt="2026-09-22T19:15:23.152" v="1123" actId="790"/>
          <ac:spMkLst>
            <pc:docMk/>
            <pc:sldMk cId="0" sldId="264"/>
            <ac:spMk id="6" creationId="{00000000-0000-0000-0000-000000000000}"/>
          </ac:spMkLst>
        </pc:spChg>
        <pc:picChg chg="mod">
          <ac:chgData name="Benjamin Pumarino" userId="726d8df3-d59e-4542-b051-b3e4df386949" providerId="ADAL" clId="{3374A53B-D9C2-4818-BD03-DCF003B68F24}" dt="2026-09-22T18:01:52.585" v="151" actId="1076"/>
          <ac:picMkLst>
            <pc:docMk/>
            <pc:sldMk cId="0" sldId="264"/>
            <ac:picMk id="4" creationId="{00000000-0000-0000-0000-000000000000}"/>
          </ac:picMkLst>
        </pc:picChg>
      </pc:sldChg>
      <pc:sldChg chg="modSp mod modTransition">
        <pc:chgData name="Benjamin Pumarino" userId="726d8df3-d59e-4542-b051-b3e4df386949" providerId="ADAL" clId="{3374A53B-D9C2-4818-BD03-DCF003B68F24}" dt="2026-09-22T18:05:14.677" v="162"/>
        <pc:sldMkLst>
          <pc:docMk/>
          <pc:sldMk cId="0" sldId="265"/>
        </pc:sldMkLst>
        <pc:spChg chg="mod">
          <ac:chgData name="Benjamin Pumarino" userId="726d8df3-d59e-4542-b051-b3e4df386949" providerId="ADAL" clId="{3374A53B-D9C2-4818-BD03-DCF003B68F24}" dt="2026-09-22T17:56:30.792" v="132" actId="2711"/>
          <ac:spMkLst>
            <pc:docMk/>
            <pc:sldMk cId="0" sldId="265"/>
            <ac:spMk id="2" creationId="{00000000-0000-0000-0000-000000000000}"/>
          </ac:spMkLst>
        </pc:spChg>
        <pc:graphicFrameChg chg="mod modGraphic">
          <ac:chgData name="Benjamin Pumarino" userId="726d8df3-d59e-4542-b051-b3e4df386949" providerId="ADAL" clId="{3374A53B-D9C2-4818-BD03-DCF003B68F24}" dt="2026-09-22T18:05:14.677" v="162"/>
          <ac:graphicFrameMkLst>
            <pc:docMk/>
            <pc:sldMk cId="0" sldId="265"/>
            <ac:graphicFrameMk id="11" creationId="{00000000-0000-0000-0000-000000000000}"/>
          </ac:graphicFrameMkLst>
        </pc:graphicFrameChg>
        <pc:picChg chg="mod">
          <ac:chgData name="Benjamin Pumarino" userId="726d8df3-d59e-4542-b051-b3e4df386949" providerId="ADAL" clId="{3374A53B-D9C2-4818-BD03-DCF003B68F24}" dt="2026-09-22T18:00:26.496" v="138" actId="1076"/>
          <ac:picMkLst>
            <pc:docMk/>
            <pc:sldMk cId="0" sldId="265"/>
            <ac:picMk id="6" creationId="{B9949AD5-8003-8684-55F7-448F9D6379D3}"/>
          </ac:picMkLst>
        </pc:picChg>
        <pc:picChg chg="mod">
          <ac:chgData name="Benjamin Pumarino" userId="726d8df3-d59e-4542-b051-b3e4df386949" providerId="ADAL" clId="{3374A53B-D9C2-4818-BD03-DCF003B68F24}" dt="2026-09-22T18:00:29.675" v="139" actId="1076"/>
          <ac:picMkLst>
            <pc:docMk/>
            <pc:sldMk cId="0" sldId="265"/>
            <ac:picMk id="8" creationId="{19A814EA-159A-CA46-9545-E8C33D4AF7D3}"/>
          </ac:picMkLst>
        </pc:picChg>
        <pc:picChg chg="mod">
          <ac:chgData name="Benjamin Pumarino" userId="726d8df3-d59e-4542-b051-b3e4df386949" providerId="ADAL" clId="{3374A53B-D9C2-4818-BD03-DCF003B68F24}" dt="2026-09-22T18:00:41.601" v="140" actId="1076"/>
          <ac:picMkLst>
            <pc:docMk/>
            <pc:sldMk cId="0" sldId="265"/>
            <ac:picMk id="10" creationId="{DAED55AF-2EEB-4AE2-7BF3-670BC72BF802}"/>
          </ac:picMkLst>
        </pc:picChg>
        <pc:picChg chg="mod">
          <ac:chgData name="Benjamin Pumarino" userId="726d8df3-d59e-4542-b051-b3e4df386949" providerId="ADAL" clId="{3374A53B-D9C2-4818-BD03-DCF003B68F24}" dt="2026-09-22T18:00:52.932" v="141" actId="1076"/>
          <ac:picMkLst>
            <pc:docMk/>
            <pc:sldMk cId="0" sldId="265"/>
            <ac:picMk id="13" creationId="{D5FAD871-D7B3-1ECD-E9D4-FBD13EF80699}"/>
          </ac:picMkLst>
        </pc:picChg>
        <pc:picChg chg="mod">
          <ac:chgData name="Benjamin Pumarino" userId="726d8df3-d59e-4542-b051-b3e4df386949" providerId="ADAL" clId="{3374A53B-D9C2-4818-BD03-DCF003B68F24}" dt="2026-09-22T18:00:56.797" v="142" actId="1076"/>
          <ac:picMkLst>
            <pc:docMk/>
            <pc:sldMk cId="0" sldId="265"/>
            <ac:picMk id="15" creationId="{D73A1743-DA0B-43DC-BDFD-80A84C9E5E99}"/>
          </ac:picMkLst>
        </pc:picChg>
        <pc:picChg chg="mod">
          <ac:chgData name="Benjamin Pumarino" userId="726d8df3-d59e-4542-b051-b3e4df386949" providerId="ADAL" clId="{3374A53B-D9C2-4818-BD03-DCF003B68F24}" dt="2026-09-22T18:01:00.902" v="143" actId="1076"/>
          <ac:picMkLst>
            <pc:docMk/>
            <pc:sldMk cId="0" sldId="265"/>
            <ac:picMk id="17" creationId="{1F6A81E4-6CDD-68B2-5D12-2F0166EA7E77}"/>
          </ac:picMkLst>
        </pc:picChg>
        <pc:picChg chg="mod">
          <ac:chgData name="Benjamin Pumarino" userId="726d8df3-d59e-4542-b051-b3e4df386949" providerId="ADAL" clId="{3374A53B-D9C2-4818-BD03-DCF003B68F24}" dt="2026-09-22T18:01:11.234" v="145" actId="1076"/>
          <ac:picMkLst>
            <pc:docMk/>
            <pc:sldMk cId="0" sldId="265"/>
            <ac:picMk id="19" creationId="{E74401ED-63ED-F912-30F1-144B0C8714D4}"/>
          </ac:picMkLst>
        </pc:picChg>
        <pc:picChg chg="mod">
          <ac:chgData name="Benjamin Pumarino" userId="726d8df3-d59e-4542-b051-b3e4df386949" providerId="ADAL" clId="{3374A53B-D9C2-4818-BD03-DCF003B68F24}" dt="2026-09-22T18:01:05.863" v="144" actId="1076"/>
          <ac:picMkLst>
            <pc:docMk/>
            <pc:sldMk cId="0" sldId="265"/>
            <ac:picMk id="21" creationId="{EEF3884A-8A33-8074-3D91-C67E27E1B5F4}"/>
          </ac:picMkLst>
        </pc:picChg>
        <pc:picChg chg="mod">
          <ac:chgData name="Benjamin Pumarino" userId="726d8df3-d59e-4542-b051-b3e4df386949" providerId="ADAL" clId="{3374A53B-D9C2-4818-BD03-DCF003B68F24}" dt="2026-09-22T18:01:18.777" v="146" actId="1076"/>
          <ac:picMkLst>
            <pc:docMk/>
            <pc:sldMk cId="0" sldId="265"/>
            <ac:picMk id="25" creationId="{9F4E1A3C-B40F-A57F-F5D4-37706B091DA8}"/>
          </ac:picMkLst>
        </pc:picChg>
      </pc:sldChg>
      <pc:sldChg chg="modSp del mod modTransition">
        <pc:chgData name="Benjamin Pumarino" userId="726d8df3-d59e-4542-b051-b3e4df386949" providerId="ADAL" clId="{3374A53B-D9C2-4818-BD03-DCF003B68F24}" dt="2026-09-22T19:07:32.100" v="1080" actId="2696"/>
        <pc:sldMkLst>
          <pc:docMk/>
          <pc:sldMk cId="0" sldId="266"/>
        </pc:sldMkLst>
        <pc:spChg chg="mod">
          <ac:chgData name="Benjamin Pumarino" userId="726d8df3-d59e-4542-b051-b3e4df386949" providerId="ADAL" clId="{3374A53B-D9C2-4818-BD03-DCF003B68F24}" dt="2026-09-22T19:02:47.808" v="1058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Benjamin Pumarino" userId="726d8df3-d59e-4542-b051-b3e4df386949" providerId="ADAL" clId="{3374A53B-D9C2-4818-BD03-DCF003B68F24}" dt="2026-09-22T19:01:01.878" v="1047" actId="1076"/>
          <ac:spMkLst>
            <pc:docMk/>
            <pc:sldMk cId="0" sldId="266"/>
            <ac:spMk id="3" creationId="{00000000-0000-0000-0000-000000000000}"/>
          </ac:spMkLst>
        </pc:spChg>
      </pc:sldChg>
      <pc:sldChg chg="addSp delSp modSp add mod modTransition">
        <pc:chgData name="Benjamin Pumarino" userId="726d8df3-d59e-4542-b051-b3e4df386949" providerId="ADAL" clId="{3374A53B-D9C2-4818-BD03-DCF003B68F24}" dt="2026-09-22T19:13:50.845" v="1122" actId="1076"/>
        <pc:sldMkLst>
          <pc:docMk/>
          <pc:sldMk cId="0" sldId="267"/>
        </pc:sldMkLst>
        <pc:spChg chg="del">
          <ac:chgData name="Benjamin Pumarino" userId="726d8df3-d59e-4542-b051-b3e4df386949" providerId="ADAL" clId="{3374A53B-D9C2-4818-BD03-DCF003B68F24}" dt="2026-09-22T19:03:50.126" v="1061" actId="21"/>
          <ac:spMkLst>
            <pc:docMk/>
            <pc:sldMk cId="0" sldId="267"/>
            <ac:spMk id="2" creationId="{00000000-0000-0000-0000-000000000000}"/>
          </ac:spMkLst>
        </pc:spChg>
        <pc:spChg chg="mod">
          <ac:chgData name="Benjamin Pumarino" userId="726d8df3-d59e-4542-b051-b3e4df386949" providerId="ADAL" clId="{3374A53B-D9C2-4818-BD03-DCF003B68F24}" dt="2026-09-22T19:07:53.382" v="1082" actId="255"/>
          <ac:spMkLst>
            <pc:docMk/>
            <pc:sldMk cId="0" sldId="267"/>
            <ac:spMk id="3" creationId="{00000000-0000-0000-0000-000000000000}"/>
          </ac:spMkLst>
        </pc:spChg>
        <pc:spChg chg="mod">
          <ac:chgData name="Benjamin Pumarino" userId="726d8df3-d59e-4542-b051-b3e4df386949" providerId="ADAL" clId="{3374A53B-D9C2-4818-BD03-DCF003B68F24}" dt="2026-09-22T19:08:01.637" v="1084" actId="14100"/>
          <ac:spMkLst>
            <pc:docMk/>
            <pc:sldMk cId="0" sldId="267"/>
            <ac:spMk id="4" creationId="{00000000-0000-0000-0000-000000000000}"/>
          </ac:spMkLst>
        </pc:spChg>
        <pc:spChg chg="mod">
          <ac:chgData name="Benjamin Pumarino" userId="726d8df3-d59e-4542-b051-b3e4df386949" providerId="ADAL" clId="{3374A53B-D9C2-4818-BD03-DCF003B68F24}" dt="2026-09-22T19:13:50.845" v="1122" actId="1076"/>
          <ac:spMkLst>
            <pc:docMk/>
            <pc:sldMk cId="0" sldId="267"/>
            <ac:spMk id="5" creationId="{00000000-0000-0000-0000-000000000000}"/>
          </ac:spMkLst>
        </pc:spChg>
        <pc:spChg chg="del">
          <ac:chgData name="Benjamin Pumarino" userId="726d8df3-d59e-4542-b051-b3e4df386949" providerId="ADAL" clId="{3374A53B-D9C2-4818-BD03-DCF003B68F24}" dt="2026-09-22T19:06:53.415" v="1077" actId="21"/>
          <ac:spMkLst>
            <pc:docMk/>
            <pc:sldMk cId="0" sldId="267"/>
            <ac:spMk id="6" creationId="{00000000-0000-0000-0000-000000000000}"/>
          </ac:spMkLst>
        </pc:spChg>
        <pc:spChg chg="add mod">
          <ac:chgData name="Benjamin Pumarino" userId="726d8df3-d59e-4542-b051-b3e4df386949" providerId="ADAL" clId="{3374A53B-D9C2-4818-BD03-DCF003B68F24}" dt="2026-09-22T19:08:57.044" v="1089" actId="14100"/>
          <ac:spMkLst>
            <pc:docMk/>
            <pc:sldMk cId="0" sldId="267"/>
            <ac:spMk id="8" creationId="{C20C7C9E-9664-C1AB-E3E9-51B467FA7A33}"/>
          </ac:spMkLst>
        </pc:spChg>
        <pc:spChg chg="add">
          <ac:chgData name="Benjamin Pumarino" userId="726d8df3-d59e-4542-b051-b3e4df386949" providerId="ADAL" clId="{3374A53B-D9C2-4818-BD03-DCF003B68F24}" dt="2026-09-22T19:13:31.824" v="1119" actId="22"/>
          <ac:spMkLst>
            <pc:docMk/>
            <pc:sldMk cId="0" sldId="267"/>
            <ac:spMk id="14" creationId="{4575306C-833D-B883-89E8-B19398D38374}"/>
          </ac:spMkLst>
        </pc:spChg>
        <pc:picChg chg="add mod">
          <ac:chgData name="Benjamin Pumarino" userId="726d8df3-d59e-4542-b051-b3e4df386949" providerId="ADAL" clId="{3374A53B-D9C2-4818-BD03-DCF003B68F24}" dt="2026-09-22T19:13:46.334" v="1121" actId="1076"/>
          <ac:picMkLst>
            <pc:docMk/>
            <pc:sldMk cId="0" sldId="267"/>
            <ac:picMk id="10" creationId="{64C38322-123A-14D9-6DE5-A6A374E3E2CA}"/>
          </ac:picMkLst>
        </pc:picChg>
        <pc:picChg chg="add mod">
          <ac:chgData name="Benjamin Pumarino" userId="726d8df3-d59e-4542-b051-b3e4df386949" providerId="ADAL" clId="{3374A53B-D9C2-4818-BD03-DCF003B68F24}" dt="2026-09-22T19:13:17.140" v="1118" actId="1076"/>
          <ac:picMkLst>
            <pc:docMk/>
            <pc:sldMk cId="0" sldId="267"/>
            <ac:picMk id="12" creationId="{56E45997-9626-A0C3-135E-97C6554A83CD}"/>
          </ac:picMkLst>
        </pc:picChg>
      </pc:sldChg>
      <pc:sldChg chg="addSp delSp modSp del mod modTransition">
        <pc:chgData name="Benjamin Pumarino" userId="726d8df3-d59e-4542-b051-b3e4df386949" providerId="ADAL" clId="{3374A53B-D9C2-4818-BD03-DCF003B68F24}" dt="2026-09-22T18:55:43.900" v="1024" actId="2696"/>
        <pc:sldMkLst>
          <pc:docMk/>
          <pc:sldMk cId="110103384" sldId="268"/>
        </pc:sldMkLst>
        <pc:spChg chg="add del">
          <ac:chgData name="Benjamin Pumarino" userId="726d8df3-d59e-4542-b051-b3e4df386949" providerId="ADAL" clId="{3374A53B-D9C2-4818-BD03-DCF003B68F24}" dt="2026-09-22T17:33:23.291" v="17" actId="21"/>
          <ac:spMkLst>
            <pc:docMk/>
            <pc:sldMk cId="110103384" sldId="268"/>
            <ac:spMk id="6" creationId="{79E41A16-9202-058E-5FAE-1744393E6F2D}"/>
          </ac:spMkLst>
        </pc:spChg>
        <pc:picChg chg="mod">
          <ac:chgData name="Benjamin Pumarino" userId="726d8df3-d59e-4542-b051-b3e4df386949" providerId="ADAL" clId="{3374A53B-D9C2-4818-BD03-DCF003B68F24}" dt="2026-09-22T16:38:16.100" v="0" actId="1076"/>
          <ac:picMkLst>
            <pc:docMk/>
            <pc:sldMk cId="110103384" sldId="268"/>
            <ac:picMk id="3" creationId="{B45E9AC0-95B3-095A-02DF-7A0BEAD8DBAC}"/>
          </ac:picMkLst>
        </pc:picChg>
        <pc:picChg chg="add mod">
          <ac:chgData name="Benjamin Pumarino" userId="726d8df3-d59e-4542-b051-b3e4df386949" providerId="ADAL" clId="{3374A53B-D9C2-4818-BD03-DCF003B68F24}" dt="2026-09-22T17:35:30.634" v="27" actId="14100"/>
          <ac:picMkLst>
            <pc:docMk/>
            <pc:sldMk cId="110103384" sldId="268"/>
            <ac:picMk id="5" creationId="{18230128-9EDB-7993-B48F-F7186BA5B22A}"/>
          </ac:picMkLst>
        </pc:picChg>
      </pc:sldChg>
      <pc:sldMasterChg chg="modTransition modSldLayout">
        <pc:chgData name="Benjamin Pumarino" userId="726d8df3-d59e-4542-b051-b3e4df386949" providerId="ADAL" clId="{3374A53B-D9C2-4818-BD03-DCF003B68F24}" dt="2026-09-22T17:36:12.424" v="36"/>
        <pc:sldMasterMkLst>
          <pc:docMk/>
          <pc:sldMasterMk cId="0" sldId="2147483648"/>
        </pc:sldMasterMkLst>
        <pc:sldLayoutChg chg="modTransition">
          <pc:chgData name="Benjamin Pumarino" userId="726d8df3-d59e-4542-b051-b3e4df386949" providerId="ADAL" clId="{3374A53B-D9C2-4818-BD03-DCF003B68F24}" dt="2026-09-22T17:36:12.424" v="36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Benjamin Pumarino" userId="726d8df3-d59e-4542-b051-b3e4df386949" providerId="ADAL" clId="{3374A53B-D9C2-4818-BD03-DCF003B68F24}" dt="2026-09-22T17:36:12.424" v="36"/>
          <pc:sldLayoutMkLst>
            <pc:docMk/>
            <pc:sldMasterMk cId="0" sldId="2147483648"/>
            <pc:sldLayoutMk cId="0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4005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>
    <p:wipe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_auto=compress&amp;cs=tinysrgb&amp;dpr=2&amp;h=650&amp;w=940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_auto=compress&amp;cs=tinysrgb&amp;dpr=2&amp;h=650&amp;w=940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_auto=compress&amp;cs=tinysrgb&amp;dpr=2&amp;h=650&amp;w=940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3117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76B9F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EnciPharm - Informe de Avance</a:t>
            </a:r>
            <a:endParaRPr lang="en-US" sz="4000" b="1" dirty="0">
              <a:latin typeface="Rockwell" panose="020606030202050204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61475" y="2962545"/>
            <a:ext cx="6296860" cy="154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chemeClr val="accent1">
                    <a:lumMod val="40000"/>
                    <a:lumOff val="60000"/>
                  </a:schemeClr>
                </a:solidFill>
                <a:latin typeface="Roboto Slab Medium" panose="020F0502020204030204" pitchFamily="2" charset="0"/>
                <a:ea typeface="Roboto Slab Medium" panose="020F0502020204030204" pitchFamily="2" charset="0"/>
                <a:cs typeface="Roboto Slab Medium" panose="020F0502020204030204" pitchFamily="2" charset="0"/>
              </a:rPr>
              <a:t>Ambiente local, </a:t>
            </a:r>
            <a:r>
              <a:rPr lang="en-US" sz="145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Roboto Slab Medium" panose="020F0502020204030204" pitchFamily="2" charset="0"/>
                <a:ea typeface="Roboto Slab Medium" panose="020F0502020204030204" pitchFamily="2" charset="0"/>
                <a:cs typeface="Roboto Slab Medium" panose="020F0502020204030204" pitchFamily="2" charset="0"/>
              </a:rPr>
              <a:t>integración</a:t>
            </a:r>
            <a:r>
              <a:rPr lang="en-US" sz="1450" dirty="0">
                <a:solidFill>
                  <a:schemeClr val="accent1">
                    <a:lumMod val="40000"/>
                    <a:lumOff val="60000"/>
                  </a:schemeClr>
                </a:solidFill>
                <a:latin typeface="Roboto Slab Medium" panose="020F0502020204030204" pitchFamily="2" charset="0"/>
                <a:ea typeface="Roboto Slab Medium" panose="020F0502020204030204" pitchFamily="2" charset="0"/>
                <a:cs typeface="Roboto Slab Medium" panose="020F0502020204030204" pitchFamily="2" charset="0"/>
              </a:rPr>
              <a:t> Enci-Ventas      Enci-Intel y </a:t>
            </a:r>
            <a:r>
              <a:rPr lang="en-US" sz="145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Roboto Slab Medium" panose="020F0502020204030204" pitchFamily="2" charset="0"/>
                <a:ea typeface="Roboto Slab Medium" panose="020F0502020204030204" pitchFamily="2" charset="0"/>
                <a:cs typeface="Roboto Slab Medium" panose="020F0502020204030204" pitchFamily="2" charset="0"/>
              </a:rPr>
              <a:t>auditoría</a:t>
            </a:r>
            <a:r>
              <a:rPr lang="en-US" sz="1450" dirty="0">
                <a:solidFill>
                  <a:schemeClr val="accent1">
                    <a:lumMod val="40000"/>
                    <a:lumOff val="60000"/>
                  </a:schemeClr>
                </a:solidFill>
                <a:latin typeface="Roboto Slab Medium" panose="020F0502020204030204" pitchFamily="2" charset="0"/>
                <a:ea typeface="Roboto Slab Medium" panose="020F0502020204030204" pitchFamily="2" charset="0"/>
                <a:cs typeface="Roboto Slab Medium" panose="020F0502020204030204" pitchFamily="2" charset="0"/>
              </a:rPr>
              <a:t> de </a:t>
            </a:r>
            <a:r>
              <a:rPr lang="en-US" sz="145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Roboto Slab Medium" panose="020F0502020204030204" pitchFamily="2" charset="0"/>
                <a:ea typeface="Roboto Slab Medium" panose="020F0502020204030204" pitchFamily="2" charset="0"/>
                <a:cs typeface="Roboto Slab Medium" panose="020F0502020204030204" pitchFamily="2" charset="0"/>
              </a:rPr>
              <a:t>seguridad</a:t>
            </a:r>
            <a:endParaRPr lang="en-US" sz="1450" dirty="0">
              <a:solidFill>
                <a:schemeClr val="accent1">
                  <a:lumMod val="40000"/>
                  <a:lumOff val="60000"/>
                </a:schemeClr>
              </a:solidFill>
              <a:latin typeface="Roboto Slab Medium" panose="020F0502020204030204" pitchFamily="2" charset="0"/>
              <a:ea typeface="Roboto Slab Medium" panose="020F0502020204030204" pitchFamily="2" charset="0"/>
              <a:cs typeface="Roboto Slab Medium" panose="020F0502020204030204" pitchFamily="2" charset="0"/>
            </a:endParaRPr>
          </a:p>
          <a:p>
            <a:pPr marL="0" indent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Roboto Slab Medium" panose="020F0502020204030204" pitchFamily="2" charset="0"/>
                <a:ea typeface="Roboto Slab Medium" panose="020F0502020204030204" pitchFamily="2" charset="0"/>
                <a:cs typeface="Roboto Slab Medium" panose="020F0502020204030204" pitchFamily="2" charset="0"/>
              </a:rPr>
              <a:t>Integrantes</a:t>
            </a:r>
            <a:r>
              <a:rPr lang="en-US" sz="1450" dirty="0">
                <a:solidFill>
                  <a:schemeClr val="accent1">
                    <a:lumMod val="60000"/>
                    <a:lumOff val="40000"/>
                  </a:schemeClr>
                </a:solidFill>
                <a:latin typeface="Roboto Slab Medium" panose="020F0502020204030204" pitchFamily="2" charset="0"/>
                <a:ea typeface="Roboto Slab Medium" panose="020F0502020204030204" pitchFamily="2" charset="0"/>
                <a:cs typeface="Roboto Slab Medium" panose="020F0502020204030204" pitchFamily="2" charset="0"/>
              </a:rPr>
              <a:t>:  </a:t>
            </a:r>
          </a:p>
          <a:p>
            <a:pPr marL="0" indent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chemeClr val="accent1">
                    <a:lumMod val="60000"/>
                    <a:lumOff val="40000"/>
                  </a:schemeClr>
                </a:solidFill>
                <a:latin typeface="Roboto Slab Medium" panose="020F0502020204030204" pitchFamily="2" charset="0"/>
                <a:ea typeface="Roboto Slab Medium" panose="020F0502020204030204" pitchFamily="2" charset="0"/>
                <a:cs typeface="Roboto Slab Medium" panose="020F0502020204030204" pitchFamily="2" charset="0"/>
              </a:rPr>
              <a:t>Felipe Ramos · Benjamín Pumarino · Elías Sánchez</a:t>
            </a:r>
          </a:p>
        </p:txBody>
      </p:sp>
      <p:sp>
        <p:nvSpPr>
          <p:cNvPr id="5" name="Shape 2"/>
          <p:cNvSpPr/>
          <p:nvPr/>
        </p:nvSpPr>
        <p:spPr>
          <a:xfrm>
            <a:off x="661475" y="4684018"/>
            <a:ext cx="2149520" cy="287139"/>
          </a:xfrm>
          <a:prstGeom prst="roundRect">
            <a:avLst>
              <a:gd name="adj" fmla="val 7899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774879" y="4740672"/>
            <a:ext cx="253229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DE SEPTIEMBRE DE 2026</a:t>
            </a:r>
            <a:endParaRPr lang="en-US" sz="115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0A3C456-3BE6-A06E-BDC2-AA82E132C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9554" y="3031753"/>
            <a:ext cx="204217" cy="18697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3360" y="95299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Anclaje: Hito S2 y Objetivos en Curso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41776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Fase 1 de la carta Gantt está en ejecución: se cierran ítems de seguridad, infraestructura e integración entre ambos productos.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235226"/>
            <a:ext cx="3053877" cy="1391543"/>
          </a:xfrm>
          <a:prstGeom prst="roundRect">
            <a:avLst>
              <a:gd name="adj" fmla="val 2038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5422367" y="3424238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Felipe Ramos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2367" y="3832920"/>
            <a:ext cx="2675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 en endpoints, Scheduler, CORS y control de rol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3235226"/>
            <a:ext cx="3053976" cy="1391543"/>
          </a:xfrm>
          <a:prstGeom prst="roundRect">
            <a:avLst>
              <a:gd name="adj" fmla="val 2038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8665251" y="3424238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Benjamín Pumarino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65251" y="3832920"/>
            <a:ext cx="26759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Firestore rules, caché/rate limiter, scraping y QA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815780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5422367" y="5004792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Elías Sánchez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2367" y="5413474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Embeddings multilingües, vector store y alertas</a:t>
            </a:r>
            <a:endParaRPr lang="en-US" sz="145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00F99BD-8EF1-FA23-1B94-CEA963FA2A44}"/>
              </a:ext>
            </a:extLst>
          </p:cNvPr>
          <p:cNvSpPr/>
          <p:nvPr/>
        </p:nvSpPr>
        <p:spPr>
          <a:xfrm>
            <a:off x="10792691" y="6560127"/>
            <a:ext cx="1399309" cy="263236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7D9F3DE-598A-192D-FF6B-F67C28C16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4752109" cy="6858000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37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Hallazgos P0 — Carta Gantt Fase 1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0244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7 ítems originales: </a:t>
            </a:r>
            <a:r>
              <a:rPr lang="en-US" sz="14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 resueltos u obsoletos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1 sin confirmar por falta del reporte original.</a:t>
            </a:r>
            <a:endParaRPr lang="en-US" sz="14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3437"/>
              </p:ext>
            </p:extLst>
          </p:nvPr>
        </p:nvGraphicFramePr>
        <p:xfrm>
          <a:off x="661475" y="2617490"/>
          <a:ext cx="10868746" cy="3093959"/>
        </p:xfrm>
        <a:graphic>
          <a:graphicData uri="http://schemas.openxmlformats.org/drawingml/2006/table">
            <a:tbl>
              <a:tblPr/>
              <a:tblGrid>
                <a:gridCol w="3804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4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D6E5EF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Ítem</a:t>
                      </a:r>
                      <a:endParaRPr lang="en-US" sz="145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D6E5EF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Estado</a:t>
                      </a:r>
                      <a:endParaRPr lang="en-US" sz="145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D6E5EF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Detalle</a:t>
                      </a:r>
                      <a:endParaRPr lang="en-US" sz="145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Autenticación en endpoints de lectura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</a:t>
                      </a:r>
                      <a:r>
                        <a:rPr lang="es-CL" sz="1600" dirty="0"/>
                        <a:t>✅</a:t>
                      </a: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Cerrado</a:t>
                      </a:r>
                      <a:endParaRPr lang="en-US" sz="14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market.py, products.py, chat.py, dashboard.py, alerts.py y agents.py exigen ahora JWT o API key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Versionar reglas de Firestore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</a:t>
                      </a:r>
                      <a:r>
                        <a:rPr lang="es-CL" sz="1600" dirty="0"/>
                        <a:t>⚠️</a:t>
                      </a: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Obsoleto</a:t>
                      </a:r>
                      <a:endParaRPr lang="en-US" sz="14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Migración a MongoDB completada; no queda Firestore en el código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75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Corrección región del Scheduler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</a:t>
                      </a:r>
                      <a:r>
                        <a:rPr lang="es-CL" sz="1600" dirty="0"/>
                        <a:t>⚠️</a:t>
                      </a: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Obsoleto</a:t>
                      </a:r>
                      <a:endParaRPr lang="en-US" sz="14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Cloud Scheduler GCP reemplazado por APScheduler dentro del backend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33612D5A-DF45-8FB8-F824-782B288BB640}"/>
              </a:ext>
            </a:extLst>
          </p:cNvPr>
          <p:cNvSpPr/>
          <p:nvPr/>
        </p:nvSpPr>
        <p:spPr>
          <a:xfrm>
            <a:off x="10695709" y="6560127"/>
            <a:ext cx="1496291" cy="263236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ED06583-E679-A186-7518-32D24B28A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560" y="3481639"/>
            <a:ext cx="231709" cy="23428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14BA27B-11D8-5135-D12C-7E0F6692E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825" y="4330317"/>
            <a:ext cx="271885" cy="23428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49CCBA9-555A-8BAA-796F-6D572F209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962" y="5212767"/>
            <a:ext cx="235748" cy="20314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3360" y="581620"/>
            <a:ext cx="6296860" cy="101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Ambiente Local en Docker — Operativo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233360" y="1806178"/>
            <a:ext cx="629686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resolvieron dos bloqueos de infraestructura para levantar el stack completo de </a:t>
            </a:r>
            <a:r>
              <a:rPr lang="en-US" sz="12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 contenedores</a:t>
            </a: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446338"/>
            <a:ext cx="6296860" cy="1183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91025" y="2627809"/>
            <a:ext cx="585772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WSL2 no instalado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491025" y="2965351"/>
            <a:ext cx="5857728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 Desktop no arrancaba: "Virtualization support not detected". Se instaló WSL2 y se reinició el sistema.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3769519"/>
            <a:ext cx="6296860" cy="11836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91025" y="3950990"/>
            <a:ext cx="585772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Errores SSL por Avast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491025" y="4288532"/>
            <a:ext cx="5857728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Avast interceptaba HTTPS sin que los contenedores confiaran en su certificado raíz. Resuelto tras ajustar la inspección.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5092700"/>
            <a:ext cx="6296860" cy="11836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91025" y="5274171"/>
            <a:ext cx="585772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Stack completo activo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491025" y="5611713"/>
            <a:ext cx="5857728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Postgres+pgvector, Azurite, Redis, backend/frontend Enci-Ventas; MongoDB, Qdrant, backend/frontend Enci-Intel.</a:t>
            </a:r>
            <a:endParaRPr lang="en-US" sz="125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0C1AB30-2E10-9810-16B3-C93F6301A5F0}"/>
              </a:ext>
            </a:extLst>
          </p:cNvPr>
          <p:cNvSpPr/>
          <p:nvPr/>
        </p:nvSpPr>
        <p:spPr>
          <a:xfrm>
            <a:off x="10695709" y="6560127"/>
            <a:ext cx="1496291" cy="263236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A0351910-A0B4-C054-FDD5-1EDF4D716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24697" cy="6858000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05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 Bugs Críticos de Docker Corregidos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9927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Tres errores de configuración impedían el arranque correcto de los servicios en el stack local.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417449"/>
              </p:ext>
            </p:extLst>
          </p:nvPr>
        </p:nvGraphicFramePr>
        <p:xfrm>
          <a:off x="661475" y="2614315"/>
          <a:ext cx="10868746" cy="3100309"/>
        </p:xfrm>
        <a:graphic>
          <a:graphicData uri="http://schemas.openxmlformats.org/drawingml/2006/table">
            <a:tbl>
              <a:tblPr/>
              <a:tblGrid>
                <a:gridCol w="2173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0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4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6E5EF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Producto</a:t>
                      </a:r>
                      <a:endParaRPr lang="en-US" sz="145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6E5EF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Variable / Endpoint</a:t>
                      </a:r>
                      <a:endParaRPr lang="en-US" sz="145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6E5EF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Corrección aplicada</a:t>
                      </a:r>
                      <a:endParaRPr lang="en-US" sz="145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Enci-Ventas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SECRET_KEY → JWT_SECRET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El backend exigía JWT_SECRET; al corregir el nombre, el servicio arrancó sin crashear.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Enci-Intel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VITE_API_BASE_URL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Faltaba el sufijo </a:t>
                      </a:r>
                      <a:r>
                        <a:rPr lang="en-US" sz="1450" dirty="0">
                          <a:solidFill>
                            <a:srgbClr val="D6E5EF"/>
                          </a:solidFill>
                          <a:highlight>
                            <a:srgbClr val="808080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</a:t>
                      </a:r>
                      <a:r>
                        <a:rPr lang="en-US" sz="1450" dirty="0">
                          <a:solidFill>
                            <a:srgbClr val="D6E5EF"/>
                          </a:solidFill>
                          <a:highlight>
                            <a:srgbClr val="808080"/>
                          </a:highlight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</a:t>
                      </a: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en las rutas; sin él, el login y todas las llamadas a API fallaban.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75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Enci-Ventas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GET /users/me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Endpoint inexistente causaba 404 y deslogueo inmediato. Se agregó para validar la sesión post-login.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941F28C2-62C8-C973-3DA8-5BEA819E8013}"/>
              </a:ext>
            </a:extLst>
          </p:cNvPr>
          <p:cNvSpPr/>
          <p:nvPr/>
        </p:nvSpPr>
        <p:spPr>
          <a:xfrm>
            <a:off x="10695709" y="6560127"/>
            <a:ext cx="1496291" cy="263236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578"/>
            <a:ext cx="10868745" cy="609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Integración</a:t>
            </a: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Enci-Ventas       Enci-Intel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4930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diseñó autenticación servicio-a-servicio y se corrigió el mapeo del proxy para un flujo de punta a punta verificado con tráfico real.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2979341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Autenticación servicio-a-servicio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4633201" y="3463627"/>
            <a:ext cx="6903269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Nueva dependencia </a:t>
            </a:r>
            <a:r>
              <a:rPr lang="en-US" sz="14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require_user_or_service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que acepta JWT de usuario o API key vía header </a:t>
            </a:r>
            <a:r>
              <a:rPr lang="en-US" sz="14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X-API-Key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configurada en ambos </a:t>
            </a:r>
            <a:r>
              <a:rPr lang="en-US" sz="14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633201" y="4270177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Archivos modificados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633201" y="4754463"/>
            <a:ext cx="6903269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Enci-Ventas: proxy de integración con Enci-Intel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Enci-Intel: endpoint </a:t>
            </a:r>
            <a:r>
              <a:rPr lang="en-US" sz="14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/market/news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agregado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Ambos: </a:t>
            </a:r>
            <a:r>
              <a:rPr lang="en-US" sz="14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 API key compartida</a:t>
            </a:r>
            <a:endParaRPr lang="en-US" sz="145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156C44F-0FCE-5A35-922D-B7C24B977331}"/>
              </a:ext>
            </a:extLst>
          </p:cNvPr>
          <p:cNvSpPr/>
          <p:nvPr/>
        </p:nvSpPr>
        <p:spPr>
          <a:xfrm>
            <a:off x="10695709" y="6560127"/>
            <a:ext cx="1496291" cy="263236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4437DEA-DB1C-8A65-475B-5E7F2D424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533" y="547538"/>
            <a:ext cx="660624" cy="60483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66980AE-FA34-D834-6A43-6CFAE2965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518023"/>
            <a:ext cx="3504219" cy="35043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tx2">
                <a:lumMod val="75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652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Pendientes Resueltos — Noticias y Qdrant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2840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Noticias de competencia (404)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112691"/>
            <a:ext cx="5203794" cy="1002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endpoint </a:t>
            </a:r>
            <a:r>
              <a:rPr lang="en-US" sz="14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/inteligencia/noticias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devolvía 404: la colección </a:t>
            </a:r>
            <a:r>
              <a:rPr lang="en-US" sz="14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competitor_news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MongoDB (poblada por el scraper de Drag Pharma) nunca tuvo endpoint en Enci-Intel.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262840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Qdrant — Vector Store real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3112691"/>
            <a:ext cx="5203794" cy="2009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reemplazó el pickle del vector store por </a:t>
            </a:r>
            <a:r>
              <a:rPr lang="en-US" sz="14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Qdrant real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agregado como servicio independiente al </a:t>
            </a:r>
            <a:r>
              <a:rPr lang="en-US" sz="14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local.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</a:t>
            </a:r>
            <a:r>
              <a:rPr lang="en-US" sz="14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sentence-transformers/paraphrase-multilingual-MiniLM-L12-v2</a:t>
            </a: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(384 dimensiones) está en uso con embeddings multilingües.</a:t>
            </a:r>
            <a:endParaRPr lang="en-US" sz="145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B5DB3A6-FEE4-2161-1322-AE52942D17BD}"/>
              </a:ext>
            </a:extLst>
          </p:cNvPr>
          <p:cNvSpPr/>
          <p:nvPr/>
        </p:nvSpPr>
        <p:spPr>
          <a:xfrm>
            <a:off x="10695709" y="6560127"/>
            <a:ext cx="1496291" cy="263236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E748514F-E944-0DB3-35B4-46DA8EF1B20D}"/>
              </a:ext>
            </a:extLst>
          </p:cNvPr>
          <p:cNvSpPr/>
          <p:nvPr/>
        </p:nvSpPr>
        <p:spPr>
          <a:xfrm>
            <a:off x="661475" y="4266466"/>
            <a:ext cx="5350465" cy="1002108"/>
          </a:xfrm>
          <a:prstGeom prst="roundRect">
            <a:avLst>
              <a:gd name="adj" fmla="val 2038"/>
            </a:avLst>
          </a:prstGeom>
          <a:solidFill>
            <a:schemeClr val="tx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anchor="ctr" anchorCtr="0">
            <a:noAutofit/>
          </a:bodyPr>
          <a:lstStyle/>
          <a:p>
            <a:pPr algn="just"/>
            <a:r>
              <a:rPr lang="en-US" b="1" dirty="0">
                <a:solidFill>
                  <a:srgbClr val="D6E5EF"/>
                </a:solidFill>
                <a:latin typeface="Aptos Display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Corrección:</a:t>
            </a:r>
            <a:r>
              <a:rPr lang="en-US" dirty="0">
                <a:solidFill>
                  <a:srgbClr val="D6E5EF"/>
                </a:solidFill>
                <a:latin typeface="Aptos Display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Se </a:t>
            </a:r>
            <a:r>
              <a:rPr lang="en-US" dirty="0" err="1">
                <a:solidFill>
                  <a:srgbClr val="D6E5EF"/>
                </a:solidFill>
                <a:latin typeface="Aptos Display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agregó</a:t>
            </a:r>
            <a:r>
              <a:rPr lang="en-US" dirty="0">
                <a:solidFill>
                  <a:srgbClr val="D6E5EF"/>
                </a:solidFill>
                <a:latin typeface="Aptos Display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>
                <a:solidFill>
                  <a:srgbClr val="D6E5EF"/>
                </a:solidFill>
                <a:highlight>
                  <a:srgbClr val="2D3440"/>
                </a:highlight>
                <a:latin typeface="Aptos Display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GET /market/news</a:t>
            </a:r>
            <a:r>
              <a:rPr lang="en-US" dirty="0">
                <a:solidFill>
                  <a:srgbClr val="D6E5EF"/>
                </a:solidFill>
                <a:latin typeface="Aptos Display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y se </a:t>
            </a:r>
            <a:r>
              <a:rPr lang="en-US" dirty="0" err="1">
                <a:solidFill>
                  <a:srgbClr val="D6E5EF"/>
                </a:solidFill>
                <a:latin typeface="Aptos Display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corrigió</a:t>
            </a:r>
            <a:r>
              <a:rPr lang="en-US" dirty="0">
                <a:solidFill>
                  <a:srgbClr val="D6E5EF"/>
                </a:solidFill>
                <a:latin typeface="Aptos Display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el </a:t>
            </a:r>
            <a:r>
              <a:rPr lang="en-US" dirty="0" err="1">
                <a:solidFill>
                  <a:srgbClr val="D6E5EF"/>
                </a:solidFill>
                <a:latin typeface="Aptos Display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mapeo</a:t>
            </a:r>
            <a:r>
              <a:rPr lang="en-US" dirty="0">
                <a:solidFill>
                  <a:srgbClr val="D6E5EF"/>
                </a:solidFill>
                <a:latin typeface="Aptos Display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 de campos del proxy.</a:t>
            </a:r>
            <a:endParaRPr lang="en-US" dirty="0">
              <a:latin typeface="Aptos Display" panose="020B0004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437"/>
            <a:ext cx="10868745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Auditoría de Seguridad — 5 Hallazgos Críticos Corregidos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893391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auditaron las 5 áreas del monorepo. Los 5 hallazgos críticos ya están corregidos y verificados.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908874"/>
              </p:ext>
            </p:extLst>
          </p:nvPr>
        </p:nvGraphicFramePr>
        <p:xfrm>
          <a:off x="661475" y="2316659"/>
          <a:ext cx="10868745" cy="3987103"/>
        </p:xfrm>
        <a:graphic>
          <a:graphicData uri="http://schemas.openxmlformats.org/drawingml/2006/table">
            <a:tbl>
              <a:tblPr/>
              <a:tblGrid>
                <a:gridCol w="2173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2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dirty="0">
                          <a:solidFill>
                            <a:srgbClr val="D6E5EF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Área</a:t>
                      </a:r>
                      <a:endParaRPr lang="en-US" sz="1300" b="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dirty="0">
                          <a:solidFill>
                            <a:srgbClr val="D6E5EF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Hallazgo crítico y </a:t>
                      </a:r>
                      <a:r>
                        <a:rPr lang="en-US" sz="1300" b="0" dirty="0" err="1">
                          <a:solidFill>
                            <a:srgbClr val="D6E5EF"/>
                          </a:solidFill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corrección</a:t>
                      </a:r>
                      <a:endParaRPr lang="en-US" sz="1300" b="0" dirty="0"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Enci-Intel backend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POST /register aceptaba rol arbitrario sin auth. Corregido: todo registro nace "pendiente"; solo un admin autenticado promueve roles.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Enci-Ventas backend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Reactivar usuario desde "sin_acceso" lo dejaba bloqueado (flags false). Corregido: flags se restauran automáticamente.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Enci-Ventas frontend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Caché no se limpiaba al cerrar sesión. Corregido: caché (memoria + sessionStorage) se purga completamente al desloguear.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0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Enci-Intel frontend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XSS almacenado en alertas (datos externos con dangerouslySetInnerHTML). Corregido: reemplazado por nodos React que escapan el contenido.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8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App Flutter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App nunca enviaba header web/móvil; backend la trataba como web. Corregido: header agregado a todas las peticiones autenticadas.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C14683BC-7230-F805-CC2C-DC14DBF572AD}"/>
              </a:ext>
            </a:extLst>
          </p:cNvPr>
          <p:cNvSpPr/>
          <p:nvPr/>
        </p:nvSpPr>
        <p:spPr>
          <a:xfrm>
            <a:off x="10695709" y="6560127"/>
            <a:ext cx="1496291" cy="263236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95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Hallazgos Restantes — 25 Pendientes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7263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Distribución por severidad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02" y="2156916"/>
            <a:ext cx="5854940" cy="42145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32776" y="167263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Los 7 de severidad alta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32776" y="2156916"/>
            <a:ext cx="5203794" cy="4025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sz="1450" dirty="0">
                <a:solidFill>
                  <a:srgbClr val="D6E5E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Rate limiter falla "abierto" si Redis no </a:t>
            </a:r>
            <a:r>
              <a:rPr lang="es-CL" sz="1450" noProof="0" dirty="0">
                <a:solidFill>
                  <a:srgbClr val="D6E5E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responde</a:t>
            </a:r>
            <a:endParaRPr lang="en-US" sz="1450" dirty="0">
              <a:solidFill>
                <a:srgbClr val="D6E5E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 algn="l">
              <a:lnSpc>
                <a:spcPct val="133000"/>
              </a:lnSpc>
              <a:buSzPct val="100000"/>
              <a:buFont typeface="Wingdings" panose="05000000000000000000" pitchFamily="2" charset="2"/>
              <a:buChar char="v"/>
            </a:pPr>
            <a:endParaRPr lang="en-US" sz="14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sz="1450" dirty="0">
                <a:solidFill>
                  <a:srgbClr val="D6E5E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Reintegro sin límite en indexación RAG puede bloquear el event loop</a:t>
            </a:r>
          </a:p>
          <a:p>
            <a:pPr marL="285750" indent="-285750" algn="l">
              <a:lnSpc>
                <a:spcPct val="133000"/>
              </a:lnSpc>
              <a:buSzPct val="100000"/>
              <a:buFont typeface="Wingdings" panose="05000000000000000000" pitchFamily="2" charset="2"/>
              <a:buChar char="v"/>
            </a:pPr>
            <a:endParaRPr lang="en-US" sz="14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sz="1450" dirty="0">
                <a:solidFill>
                  <a:srgbClr val="D6E5E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Cuentas creadas por admin sin contraseña no pueden </a:t>
            </a:r>
            <a:r>
              <a:rPr lang="en-US" sz="1450" dirty="0" err="1">
                <a:solidFill>
                  <a:srgbClr val="D6E5E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iniciar</a:t>
            </a:r>
            <a:r>
              <a:rPr lang="en-US" sz="1450" dirty="0">
                <a:solidFill>
                  <a:srgbClr val="D6E5E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session</a:t>
            </a:r>
          </a:p>
          <a:p>
            <a:pPr marL="285750" indent="-285750" algn="l">
              <a:lnSpc>
                <a:spcPct val="133000"/>
              </a:lnSpc>
              <a:buSzPct val="100000"/>
              <a:buFont typeface="Wingdings" panose="05000000000000000000" pitchFamily="2" charset="2"/>
              <a:buChar char="v"/>
            </a:pPr>
            <a:endParaRPr lang="en-US" sz="14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sz="1450" dirty="0">
                <a:solidFill>
                  <a:srgbClr val="D6E5E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Botón "Eliminar cliente" no verifica rol: cualquier vendedor </a:t>
            </a:r>
            <a:r>
              <a:rPr lang="en-US" sz="1450" dirty="0" err="1">
                <a:solidFill>
                  <a:srgbClr val="D6E5E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puede</a:t>
            </a:r>
            <a:r>
              <a:rPr lang="en-US" sz="1450" dirty="0">
                <a:solidFill>
                  <a:srgbClr val="D6E5E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450" dirty="0" err="1">
                <a:solidFill>
                  <a:srgbClr val="D6E5E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borrar</a:t>
            </a:r>
            <a:endParaRPr lang="en-US" sz="1450" dirty="0">
              <a:solidFill>
                <a:srgbClr val="D6E5E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 algn="l">
              <a:lnSpc>
                <a:spcPct val="133000"/>
              </a:lnSpc>
              <a:buSzPct val="100000"/>
              <a:buFont typeface="Wingdings" panose="05000000000000000000" pitchFamily="2" charset="2"/>
              <a:buChar char="v"/>
            </a:pPr>
            <a:endParaRPr lang="en-US" sz="14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sz="1450" dirty="0">
                <a:solidFill>
                  <a:srgbClr val="D6E5E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Export a PDF de alertas tiene inyección HTML (mismo patrón XSS </a:t>
            </a:r>
            <a:r>
              <a:rPr lang="en-US" sz="1450" dirty="0" err="1">
                <a:solidFill>
                  <a:srgbClr val="D6E5E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corregido</a:t>
            </a:r>
            <a:r>
              <a:rPr lang="en-US" sz="1450" dirty="0">
                <a:solidFill>
                  <a:srgbClr val="D6E5E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  <a:p>
            <a:pPr marL="285750" indent="-285750" algn="l">
              <a:lnSpc>
                <a:spcPct val="133000"/>
              </a:lnSpc>
              <a:buSzPct val="100000"/>
              <a:buFont typeface="Wingdings" panose="05000000000000000000" pitchFamily="2" charset="2"/>
              <a:buChar char="v"/>
            </a:pPr>
            <a:endParaRPr lang="en-US" sz="14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sz="1450" dirty="0">
                <a:solidFill>
                  <a:srgbClr val="D6E5E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Chat streaming no maneja token </a:t>
            </a:r>
            <a:r>
              <a:rPr lang="en-US" sz="1450" dirty="0" err="1">
                <a:solidFill>
                  <a:srgbClr val="D6E5E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expirado</a:t>
            </a:r>
            <a:endParaRPr lang="en-US" sz="1450" dirty="0">
              <a:solidFill>
                <a:srgbClr val="D6E5E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 algn="l">
              <a:lnSpc>
                <a:spcPct val="133000"/>
              </a:lnSpc>
              <a:buSzPct val="100000"/>
              <a:buFont typeface="Wingdings" panose="05000000000000000000" pitchFamily="2" charset="2"/>
              <a:buChar char="v"/>
            </a:pPr>
            <a:endParaRPr lang="en-US" sz="14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sz="1450" dirty="0">
                <a:solidFill>
                  <a:srgbClr val="D6E5E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Token Flutter solo en memoria: se pierde si el SO mata la app</a:t>
            </a:r>
            <a:endParaRPr lang="en-US" sz="14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ECCE385-7AC6-AB5C-4FF9-7B9587BA0F88}"/>
              </a:ext>
            </a:extLst>
          </p:cNvPr>
          <p:cNvSpPr/>
          <p:nvPr/>
        </p:nvSpPr>
        <p:spPr>
          <a:xfrm>
            <a:off x="10695709" y="6560127"/>
            <a:ext cx="1496291" cy="263236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Estado de Avance — </a:t>
            </a:r>
            <a:r>
              <a:rPr lang="en-US" sz="3300" dirty="0">
                <a:solidFill>
                  <a:srgbClr val="76B9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Resumen</a:t>
            </a:r>
            <a:r>
              <a:rPr lang="en-US" sz="3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de Logros</a:t>
            </a:r>
            <a:endParaRPr lang="en-US" sz="3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220607"/>
              </p:ext>
            </p:extLst>
          </p:nvPr>
        </p:nvGraphicFramePr>
        <p:xfrm>
          <a:off x="661475" y="1345704"/>
          <a:ext cx="10868746" cy="498124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890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4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2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cap="none" spc="0" dirty="0">
                          <a:ln w="0"/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Actividad</a:t>
                      </a:r>
                    </a:p>
                  </a:txBody>
                  <a:tcPr marL="168344" marR="168344" marT="6350" marB="635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cap="none" spc="0" dirty="0">
                          <a:ln w="0"/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Estado</a:t>
                      </a:r>
                    </a:p>
                  </a:txBody>
                  <a:tcPr marL="168344" marR="168344" marT="6350" marB="635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cap="none" spc="0" dirty="0">
                          <a:ln w="0"/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Roboto Slab" pitchFamily="2" charset="0"/>
                          <a:ea typeface="Roboto Slab" pitchFamily="2" charset="0"/>
                          <a:cs typeface="Roboto Slab" pitchFamily="2" charset="0"/>
                        </a:rPr>
                        <a:t>Responsable</a:t>
                      </a:r>
                    </a:p>
                  </a:txBody>
                  <a:tcPr marL="168344" marR="168344" marT="6350" marB="635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4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Autenticación en endpoints de lectura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s-CL" sz="1400" dirty="0">
                          <a:ln>
                            <a:noFill/>
                          </a:ln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✅</a:t>
                      </a:r>
                      <a:r>
                        <a:rPr lang="en-US" sz="1300" dirty="0" err="1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Completado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Felipe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4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Ambiente Docker local (9 contenedores)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s-CL" sz="1400" dirty="0">
                          <a:ln>
                            <a:noFill/>
                          </a:ln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✅</a:t>
                      </a:r>
                      <a:r>
                        <a:rPr lang="en-US" sz="1300" dirty="0" err="1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Completado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Equipo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4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Integración Enci-Ventas  Enci-Intel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s-CL" sz="1400" dirty="0">
                          <a:ln>
                            <a:noFill/>
                          </a:ln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✅</a:t>
                      </a:r>
                      <a:r>
                        <a:rPr lang="en-US" sz="1300" dirty="0" err="1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Completado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Equipo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4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Embeddings multilingües + Qdrant real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s-CL" sz="1400" dirty="0">
                          <a:ln>
                            <a:noFill/>
                          </a:ln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✅</a:t>
                      </a:r>
                      <a:r>
                        <a:rPr lang="en-US" sz="1300" dirty="0" err="1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Completado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Elías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4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 hallazgos críticos de auditoría corregidos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s-CL" sz="1400" dirty="0">
                          <a:ln>
                            <a:noFill/>
                          </a:ln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✅</a:t>
                      </a:r>
                      <a:r>
                        <a:rPr lang="en-US" sz="1300" dirty="0" err="1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Completado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Benjamín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4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Rate limiter y caché con Redis real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s-CL" sz="1400" dirty="0">
                          <a:ln>
                            <a:noFill/>
                          </a:ln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✅</a:t>
                      </a:r>
                      <a:r>
                        <a:rPr lang="en-US" sz="1300" dirty="0" err="1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Completado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Benjamín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34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Migración Firestore → MongoDB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s-CL" sz="1400" dirty="0">
                          <a:ln>
                            <a:noFill/>
                          </a:ln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✅</a:t>
                      </a:r>
                      <a:r>
                        <a:rPr lang="en-US" sz="1300" dirty="0" err="1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Completado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Benjamín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4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Reemplazo Cloud Scheduler → APScheduler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s-CL" sz="1400" dirty="0">
                          <a:ln>
                            <a:noFill/>
                          </a:ln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✅</a:t>
                      </a:r>
                      <a:r>
                        <a:rPr lang="en-US" sz="1300" dirty="0" err="1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Completado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Felipe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34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Ampliación de CORS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s-CL" sz="1400" dirty="0">
                          <a:ln>
                            <a:noFill/>
                          </a:ln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⏳</a:t>
                      </a:r>
                      <a:r>
                        <a:rPr lang="en-US" sz="1300" dirty="0" err="1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Pendiente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Felipe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02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25 hallazgos restantes (7 alta)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s-CL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✍️</a:t>
                      </a: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En implementación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n>
                            <a:noFill/>
                          </a:ln>
                          <a:solidFill>
                            <a:srgbClr val="D6E5E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Equipo</a:t>
                      </a:r>
                      <a:endParaRPr lang="en-US" sz="1300" dirty="0">
                        <a:ln>
                          <a:noFill/>
                        </a:ln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68344" marR="168344" marT="6350" marB="635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69F3691D-50E4-C880-F3AE-2BB9B0E0B2BC}"/>
              </a:ext>
            </a:extLst>
          </p:cNvPr>
          <p:cNvSpPr/>
          <p:nvPr/>
        </p:nvSpPr>
        <p:spPr>
          <a:xfrm>
            <a:off x="10695709" y="6560127"/>
            <a:ext cx="1496291" cy="263236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9949AD5-8003-8684-55F7-448F9D637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979" y="1908123"/>
            <a:ext cx="263337" cy="24452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9A814EA-159A-CA46-9545-E8C33D4AF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978" y="2355632"/>
            <a:ext cx="263337" cy="24452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AED55AF-2EEB-4AE2-7BF3-670BC72BF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979" y="2819066"/>
            <a:ext cx="263337" cy="24452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5FAD871-D7B3-1ECD-E9D4-FBD13EF80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979" y="3273518"/>
            <a:ext cx="263337" cy="24452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73A1743-DA0B-43DC-BDFD-80A84C9E5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142" y="3717670"/>
            <a:ext cx="263338" cy="24452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F6A81E4-6CDD-68B2-5D12-2F0166EA7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017" y="4172123"/>
            <a:ext cx="263337" cy="244528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E74401ED-63ED-F912-30F1-144B0C871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017" y="5078890"/>
            <a:ext cx="263338" cy="244528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EEF3884A-8A33-8074-3D91-C67E27E1B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017" y="4624437"/>
            <a:ext cx="263338" cy="24452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16030F0-D7A3-408C-6AA4-2449DB623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969" y="5520006"/>
            <a:ext cx="184149" cy="23716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9F4E1A3C-B40F-A57F-F5D4-37706B091D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1018" y="5981707"/>
            <a:ext cx="243947" cy="24129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1475" y="1379538"/>
            <a:ext cx="5430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Resumen de logros clave</a:t>
            </a:r>
          </a:p>
        </p:txBody>
      </p:sp>
      <p:sp>
        <p:nvSpPr>
          <p:cNvPr id="4" name="Text 2"/>
          <p:cNvSpPr/>
          <p:nvPr/>
        </p:nvSpPr>
        <p:spPr>
          <a:xfrm>
            <a:off x="661475" y="1848366"/>
            <a:ext cx="11035225" cy="693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s-CL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completaron las principales mejoras de infraestructura y seguridad, y las integraciones críticas ya están operativas y funcionando correctamente. Además, se avanzó en la estabilización del entorno para lograr una entrega más confiable, dejando bases sólidas para acelerar la siguiente fase de innovación.</a:t>
            </a:r>
          </a:p>
        </p:txBody>
      </p:sp>
      <p:sp>
        <p:nvSpPr>
          <p:cNvPr id="5" name="Text 3"/>
          <p:cNvSpPr/>
          <p:nvPr/>
        </p:nvSpPr>
        <p:spPr>
          <a:xfrm>
            <a:off x="4660899" y="2784349"/>
            <a:ext cx="1706671" cy="450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Evidencias</a:t>
            </a: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C20C7C9E-9664-C1AB-E3E9-51B467FA7A33}"/>
              </a:ext>
            </a:extLst>
          </p:cNvPr>
          <p:cNvSpPr/>
          <p:nvPr/>
        </p:nvSpPr>
        <p:spPr>
          <a:xfrm>
            <a:off x="3016787" y="549874"/>
            <a:ext cx="6158120" cy="65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76B9F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Mirando</a:t>
            </a:r>
            <a:r>
              <a:rPr lang="en-US" sz="370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4000" b="1" dirty="0">
                <a:solidFill>
                  <a:srgbClr val="76B9F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Hacia</a:t>
            </a:r>
            <a:r>
              <a:rPr lang="en-US" sz="370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4000" b="1" dirty="0">
                <a:solidFill>
                  <a:srgbClr val="76B9FF"/>
                </a:solidFill>
                <a:latin typeface="Rockwell" panose="02060603020205020403" pitchFamily="18" charset="0"/>
                <a:ea typeface="Roboto Slab" pitchFamily="34" charset="-122"/>
                <a:cs typeface="Roboto Slab" pitchFamily="34" charset="-120"/>
              </a:rPr>
              <a:t>Adelante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4C38322-123A-14D9-6DE5-A6A374E3E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657" y="3600428"/>
            <a:ext cx="6008594" cy="29596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6E45997-9626-A0C3-135E-97C6554A8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31" y="4076700"/>
            <a:ext cx="5839485" cy="15295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4575306C-833D-B883-89E8-B19398D38374}"/>
              </a:ext>
            </a:extLst>
          </p:cNvPr>
          <p:cNvSpPr/>
          <p:nvPr/>
        </p:nvSpPr>
        <p:spPr>
          <a:xfrm>
            <a:off x="10695709" y="6560127"/>
            <a:ext cx="1496291" cy="263236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1000</Words>
  <Application>Microsoft Office PowerPoint</Application>
  <PresentationFormat>Panorámica</PresentationFormat>
  <Paragraphs>143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2" baseType="lpstr">
      <vt:lpstr>Rockwell</vt:lpstr>
      <vt:lpstr>Roboto</vt:lpstr>
      <vt:lpstr>Roboto Slab Medium</vt:lpstr>
      <vt:lpstr>Aptos Display</vt:lpstr>
      <vt:lpstr>Wingdings</vt:lpstr>
      <vt:lpstr>Roboto Slab</vt:lpstr>
      <vt:lpstr>Roboto Bold</vt:lpstr>
      <vt:lpstr>Noto Color Emoji</vt:lpstr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Benjamin Pumarino</dc:creator>
  <cp:lastModifiedBy>Benjamin Pumarino</cp:lastModifiedBy>
  <cp:revision>2</cp:revision>
  <dcterms:created xsi:type="dcterms:W3CDTF">2026-09-22T15:56:00Z</dcterms:created>
  <dcterms:modified xsi:type="dcterms:W3CDTF">2026-09-22T19:15:34Z</dcterms:modified>
</cp:coreProperties>
</file>